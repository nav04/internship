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48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Priyanki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Dutta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 COMPUTER SCIENCE AND ENGINEERING{AI&amp;ML}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Dr.Zafar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Ali Khan N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</a:t>
            </a:r>
            <a:r>
              <a:rPr lang="en-US" sz="2000" b="1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</a:t>
            </a: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Anandan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8"/>
            <a:ext cx="10607566" cy="1979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/>
              <a:t>Design and Development of an Enterprise Service Bus (ESB) for Data Transformation and Integration</a:t>
            </a:r>
            <a:br>
              <a:rPr lang="en-US" sz="2400" dirty="0"/>
            </a:br>
            <a:r>
              <a:rPr lang="en-US" sz="2400" dirty="0"/>
              <a:t>FINTECH BASED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401585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NAVANEETH A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8CAI01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should include Overview of the company or organization, products and clients etc..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is restricted to 3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domain/Technology during your Internship like Features, Importance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your team, working project and reporting to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challenges faced in searching Internship, cracking the interview, getting adjusted with the team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Purpose and usage of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6997</TotalTime>
  <Words>329</Words>
  <Application>Microsoft Office PowerPoint</Application>
  <PresentationFormat>Widescreen</PresentationFormat>
  <Paragraphs>75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NAVANEETH A D</cp:lastModifiedBy>
  <cp:revision>718</cp:revision>
  <dcterms:created xsi:type="dcterms:W3CDTF">2022-10-14T07:18:17Z</dcterms:created>
  <dcterms:modified xsi:type="dcterms:W3CDTF">2026-02-03T00:08:21Z</dcterms:modified>
</cp:coreProperties>
</file>